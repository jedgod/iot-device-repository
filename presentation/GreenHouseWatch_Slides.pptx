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2011680"/>
            <a:ext cx="5669280" cy="5669280"/>
          </a:xfrm>
          <a:prstGeom prst="ellipse">
            <a:avLst/>
          </a:prstGeom>
          <a:solidFill>
            <a:srgbClr val="C85A2E">
              <a:alpha val="22000"/>
            </a:srgbClr>
          </a:solidFill>
          <a:ln w="12700">
            <a:solidFill>
              <a:srgbClr val="C85A2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291840"/>
            <a:ext cx="3108960" cy="3108960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CTEC 651  ·  DIGITAL REPOSITORY PROJECT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sensor simulation to a local IoT digital repository.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greenhouse climate and soil monitoring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 ·  MQTT / HiveMQ  ·  SQLite  ·  Matplotlib  ·  Streamlit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2636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Instructor: Prof. F. Njeh    ·    Student: IPMC BIT    ·    Demo date: 28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AND USE CASE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CTEC 651  ·  Prof. F. Njeh  ·  Due 28 September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Plants fail quietly when nobody is watching the climate.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63040"/>
            <a:ext cx="109728" cy="3017520"/>
          </a:xfrm>
          <a:prstGeom prst="rect">
            <a:avLst/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14884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spikes, dry soil, and overnight humidity drift kill greenhouse crops. Paid cloud IoT platforms are more than a class-scale house needs.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46304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463040"/>
            <a:ext cx="109728" cy="3017520"/>
          </a:xfrm>
          <a:prstGeom prst="rect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 case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214884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simulated greenhouse node (GH-SENSOR-01) streams temperature, humidity, soil moisture, and light into a local SQLite repository.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0" y="146304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463040"/>
            <a:ext cx="109728" cy="3017520"/>
          </a:xfrm>
          <a:prstGeom prst="rect">
            <a:avLst/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outcome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0" y="2148840"/>
            <a:ext cx="3200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and alerts show when to irrigate, vent, or heat — using only free tools required by the assignment.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Mirrors real systems in smart agriculture, healthcare monitoring, smart cities, and industrial automation.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CTEC 651  ·  Prof. F. Njeh  ·  Due 28 September 2026</a:t>
            </a:r>
            <a:endParaRPr lang="en-US" sz="1000" dirty="0"/>
          </a:p>
        </p:txBody>
      </p:sp>
      <p:pic>
        <p:nvPicPr>
          <p:cNvPr id="7" name="Image 0" descr="/home/workdir/artifacts/IoT-Digital-Repository/diagram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685800"/>
            <a:ext cx="11521440" cy="3794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617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pipeline: Sensor Simulator → MQTT Broker → Subscriber → Database → Visualization. All tools are free.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5029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 broker.hivemq.com:1883     Topic  ctec651/greenhousewatch/ipmcbit     Store  data/iot_data.db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FIELDS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CTEC 651  ·  Prof. F. Njeh  ·  Due 28 September 2026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11247120" cy="4297680"/>
        </p:xfrm>
        <a:graphic>
          <a:graphicData uri="http://schemas.openxmlformats.org/drawingml/2006/table">
            <a:tbl>
              <a:tblPr/>
              <a:tblGrid>
                <a:gridCol w="3291840"/>
                <a:gridCol w="2194560"/>
                <a:gridCol w="5760720"/>
              </a:tblGrid>
              <a:tr h="537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2ECD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530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2ECD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530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2ECD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5301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timestamp / iso_time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/ TEXT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Unix time + UTC clock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device_id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 node (GH-SENSOR-01)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temperature_c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 temperature, °C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humidity_pct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Relative humidity,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soil_moisture_pct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Root-zone moisture, 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light_lux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Ambient light (day / night)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alert_flag / alert_reason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INTEGER / TEXT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if a safe-band limit is broken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AND MQTT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CTEC 651  ·  Prof. F. Njeh  ·  Due 28 September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777240"/>
            <a:ext cx="5532120" cy="5394960"/>
          </a:xfrm>
          <a:prstGeom prst="roundRect">
            <a:avLst>
              <a:gd name="adj" fmla="val 1356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777240"/>
            <a:ext cx="5577840" cy="5394960"/>
          </a:xfrm>
          <a:prstGeom prst="roundRect">
            <a:avLst>
              <a:gd name="adj" fmla="val 1356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960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Simulator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src/simulator.py generates JSON with a day/night solar curve, soil dry-down, an irrigation bump, and a few anomalies so the charts are readable — not white noise.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simulator.py --count 20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output is in samples/phase2_sample_output.txt (20 records).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9601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MQTT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137160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scripts talk through HiveMQ: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A   python subscriber.py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B   python publisher.py --count 20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subscriber decodes JSON and INSERTs into SQLite. Change the topic in src/config.py if the public broker is busy.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CTEC 651  ·  Prof. F. Njeh  ·  Due 28 September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digital repository  ·  data/iot_data.db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2743200" cy="2148840"/>
          </a:xfrm>
          <a:prstGeom prst="roundRect">
            <a:avLst>
              <a:gd name="adj" fmla="val 3404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records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(min. required: 50)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1280160"/>
            <a:ext cx="2743200" cy="2148840"/>
          </a:xfrm>
          <a:prstGeom prst="roundRect">
            <a:avLst>
              <a:gd name="adj" fmla="val 3404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417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2044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rows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(dry soil, humidity, cold)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280160"/>
            <a:ext cx="2743200" cy="2148840"/>
          </a:xfrm>
          <a:prstGeom prst="roundRect">
            <a:avLst>
              <a:gd name="adj" fmla="val 3404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417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4652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channels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alert metadata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35440" y="1280160"/>
            <a:ext cx="2743200" cy="2148840"/>
          </a:xfrm>
          <a:prstGeom prst="roundRect">
            <a:avLst>
              <a:gd name="adj" fmla="val 3404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1417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372600" y="22860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services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is built 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703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lives in docs/table_schema.md. Rebuild anytime with python seed_database.py --reset --n 80. Live MQTT rows append on top of the seed.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CTEC 651  ·  Prof. F. Njeh  ·  Due 28 September 2026</a:t>
            </a:r>
            <a:endParaRPr lang="en-US" sz="1000" dirty="0"/>
          </a:p>
        </p:txBody>
      </p:sp>
      <p:pic>
        <p:nvPicPr>
          <p:cNvPr id="7" name="Image 0" descr="/home/workdir/artifacts/IoT-Digital-Repository/outputs/01_temperature_over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685800"/>
            <a:ext cx="5760720" cy="2651760"/>
          </a:xfrm>
          <a:prstGeom prst="rect">
            <a:avLst/>
          </a:prstGeom>
        </p:spPr>
      </p:pic>
      <p:pic>
        <p:nvPicPr>
          <p:cNvPr id="8" name="Image 1" descr="/home/workdir/artifacts/IoT-Digital-Repository/outputs/02_humidity_over_t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685800"/>
            <a:ext cx="5669280" cy="2651760"/>
          </a:xfrm>
          <a:prstGeom prst="rect">
            <a:avLst/>
          </a:prstGeom>
        </p:spPr>
      </p:pic>
      <p:pic>
        <p:nvPicPr>
          <p:cNvPr id="9" name="Image 2" descr="/home/workdir/artifacts/IoT-Digital-Repository/outputs/03_soil_and_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29000"/>
            <a:ext cx="5760720" cy="2651760"/>
          </a:xfrm>
          <a:prstGeom prst="rect">
            <a:avLst/>
          </a:prstGeom>
        </p:spPr>
      </p:pic>
      <p:pic>
        <p:nvPicPr>
          <p:cNvPr id="10" name="Image 3" descr="/home/workdir/artifacts/IoT-Digital-Repository/outputs/04_alert_summa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429000"/>
            <a:ext cx="566928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CTEC 651  ·  Prof. F. Njeh  ·  Due 28 September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80 greenhouse readings actually say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234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mostly stayed safe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peaked near 29 °C — under the 32 °C heat limit. The house did not overheat in this series.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377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risks were drought and damp nights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697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mid-day soil readings fell to ~20 % (dry_soil). Three night readings crossed 80 % humidity. One dawn dip hit 13.4 °C.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520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proves the clock is real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840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Lux follows a clean day/night curve. Humidity moves opposite temperature. That inverse pair is what a working greenhouse looks like.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663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sit on the edges, not the middle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983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of 80 rows flagged. Operators would irrigate at noon, vent at night, and protect against a short cold snap — not redesign the whole house.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C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/ RECORDED DEMO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CTEC 651  ·  Prof. F. Njeh  ·  Due 28 September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show the system working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" y="1280160"/>
            <a:ext cx="5532120" cy="4297680"/>
          </a:xfrm>
          <a:prstGeom prst="roundRect">
            <a:avLst>
              <a:gd name="adj" fmla="val 1702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280160"/>
            <a:ext cx="5577840" cy="4297680"/>
          </a:xfrm>
          <a:prstGeom prst="roundRect">
            <a:avLst>
              <a:gd name="adj" fmla="val 1702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— live MQTT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pip install -r requirements.txt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Terminal A:  python src/subscriber.py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Terminal B:  python src/publisher.py --count 15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python src/db.py          (row count grows)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python src/visualize.py   (refresh charts)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streamlit run src/dashboard.py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— no internet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01168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Wi-Fi sometimes blocks port 1883. If HiveMQ will not connect: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src/offline_pipeline.py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database, same CSV, same four charts. Publisher and subscriber source are still submitted.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A8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AND CLOSE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2A4A33"/>
          </a:solidFill>
          <a:ln w="12700">
            <a:solidFill>
              <a:srgbClr val="2A4A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CTEC 651  ·  Prof. F. Njeh  ·  Due 28 September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already in the folder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6184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+ architecture diagram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2–3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670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Simulator, publisher, subscriber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721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file with 80 rows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13258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6184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charts + written interpretation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377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670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dashboard (bonus)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3429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3721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slides + demo script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 Run the demo from the README. Replace “IPMC BIT” with your name before you submit.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GreenHouseWatch — CTEC 651 Digital Repository Project 1</dc:title>
  <dc:subject>CTEC 651 IoT Digital Repository</dc:subject>
  <dc:creator>IPMC BIT</dc:creator>
  <cp:lastModifiedBy>IPMC BIT</cp:lastModifiedBy>
  <cp:revision>1</cp:revision>
  <dcterms:created xsi:type="dcterms:W3CDTF">2026-09-07T20:34:59Z</dcterms:created>
  <dcterms:modified xsi:type="dcterms:W3CDTF">2026-09-07T20:34:59Z</dcterms:modified>
</cp:coreProperties>
</file>